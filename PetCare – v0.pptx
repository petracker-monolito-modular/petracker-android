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6" r:id="rId7"/>
    <p:sldId id="263" r:id="rId8"/>
    <p:sldId id="264" r:id="rId9"/>
    <p:sldId id="267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6DAF1-FBF7-4B65-BE32-C3CEAE9FE968}" type="datetimeFigureOut">
              <a:rPr lang="es-MX" smtClean="0"/>
              <a:t>08/11/2025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6B0FAA-27D8-43F5-AE57-D371B9DC4B2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6486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Presentamos un MVP que ya hace lo básico, pensado para crecer.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B0FAA-27D8-43F5-AE57-D371B9DC4B2C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915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Anclar con un ejemplo: “</a:t>
            </a:r>
            <a:r>
              <a:rPr lang="es-MX" dirty="0" err="1"/>
              <a:t>Sofy</a:t>
            </a:r>
            <a:r>
              <a:rPr lang="es-MX" dirty="0"/>
              <a:t> tuvo fiebre, no recordamos la última vacuna; perdimos la cartilla.”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B0FAA-27D8-43F5-AE57-D371B9DC4B2C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2727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Resaltar impacto: bienestar animal + menos estrés humano.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B0FAA-27D8-43F5-AE57-D371B9DC4B2C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5420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b="1" dirty="0"/>
              <a:t>Guion:</a:t>
            </a:r>
            <a:r>
              <a:rPr lang="es-MX" dirty="0"/>
              <a:t> “Separamos back y app. Cada </a:t>
            </a:r>
            <a:r>
              <a:rPr lang="es-MX" dirty="0" err="1"/>
              <a:t>feature</a:t>
            </a:r>
            <a:r>
              <a:rPr lang="es-MX" dirty="0"/>
              <a:t> va en su rama, abrimos PR, hacemos  </a:t>
            </a:r>
            <a:r>
              <a:rPr lang="es-MX" dirty="0" err="1"/>
              <a:t>merge</a:t>
            </a:r>
            <a:r>
              <a:rPr lang="es-MX" dirty="0"/>
              <a:t> y borramos la rama. Usamos </a:t>
            </a:r>
            <a:r>
              <a:rPr lang="es-MX" dirty="0" err="1"/>
              <a:t>issues</a:t>
            </a:r>
            <a:r>
              <a:rPr lang="es-MX" dirty="0"/>
              <a:t>/</a:t>
            </a:r>
            <a:r>
              <a:rPr lang="es-MX" dirty="0" err="1"/>
              <a:t>milestones</a:t>
            </a:r>
            <a:r>
              <a:rPr lang="es-MX" dirty="0"/>
              <a:t> para planificar.”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B0FAA-27D8-43F5-AE57-D371B9DC4B2C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3217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“Cada librería tiene un rol simple; evitamos bloquear la UI y registramos errores.”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B0FAA-27D8-43F5-AE57-D371B9DC4B2C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4466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“Organizamos el código por </a:t>
            </a:r>
            <a:r>
              <a:rPr lang="es-MX" b="1" dirty="0" err="1"/>
              <a:t>features</a:t>
            </a:r>
            <a:r>
              <a:rPr lang="es-MX" dirty="0"/>
              <a:t> (</a:t>
            </a:r>
            <a:r>
              <a:rPr lang="es-MX" dirty="0" err="1"/>
              <a:t>auth</a:t>
            </a:r>
            <a:r>
              <a:rPr lang="es-MX" dirty="0"/>
              <a:t>, menú, mascotas) para que todo lo de un tema esté junto.</a:t>
            </a:r>
            <a:br>
              <a:rPr lang="es-MX" dirty="0"/>
            </a:br>
            <a:r>
              <a:rPr lang="es-MX" dirty="0"/>
              <a:t>En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core</a:t>
            </a:r>
            <a:r>
              <a:rPr lang="es-MX" dirty="0"/>
              <a:t> y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common</a:t>
            </a:r>
            <a:r>
              <a:rPr lang="es-MX" dirty="0"/>
              <a:t> dejamos lo que se reutiliza en toda la app. Como los modelos,  y la conexión a la api”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B0FAA-27D8-43F5-AE57-D371B9DC4B2C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1964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“La View muestra y recibe datos del usuario.</a:t>
            </a:r>
            <a:br>
              <a:rPr lang="es-MX" dirty="0"/>
            </a:br>
            <a:r>
              <a:rPr lang="es-MX" dirty="0"/>
              <a:t>El </a:t>
            </a:r>
            <a:r>
              <a:rPr lang="es-MX" dirty="0" err="1"/>
              <a:t>ViewModel</a:t>
            </a:r>
            <a:r>
              <a:rPr lang="es-MX" dirty="0"/>
              <a:t> maneja el estado de la pantalla.</a:t>
            </a:r>
            <a:br>
              <a:rPr lang="es-MX" dirty="0"/>
            </a:br>
            <a:r>
              <a:rPr lang="es-MX" dirty="0"/>
              <a:t>La capa de datos habla con la API y guarda el token.” por ejemplo: </a:t>
            </a:r>
          </a:p>
          <a:p>
            <a:r>
              <a:rPr lang="es-MX" dirty="0"/>
              <a:t>- La </a:t>
            </a:r>
            <a:r>
              <a:rPr lang="es-MX" dirty="0" err="1"/>
              <a:t>Activity</a:t>
            </a:r>
            <a:r>
              <a:rPr lang="es-MX" dirty="0"/>
              <a:t> le pide al </a:t>
            </a:r>
            <a:r>
              <a:rPr lang="es-MX" dirty="0" err="1"/>
              <a:t>ViewModel</a:t>
            </a:r>
            <a:r>
              <a:rPr lang="es-MX" dirty="0"/>
              <a:t> ‘haz </a:t>
            </a:r>
            <a:r>
              <a:rPr lang="es-MX" dirty="0" err="1"/>
              <a:t>login</a:t>
            </a:r>
            <a:r>
              <a:rPr lang="es-MX" dirty="0"/>
              <a:t>’, el </a:t>
            </a:r>
            <a:r>
              <a:rPr lang="es-MX" dirty="0" err="1"/>
              <a:t>ViewModel</a:t>
            </a:r>
            <a:r>
              <a:rPr lang="es-MX" dirty="0"/>
              <a:t> llama al </a:t>
            </a:r>
            <a:r>
              <a:rPr lang="es-MX" dirty="0" err="1"/>
              <a:t>Repository</a:t>
            </a:r>
            <a:r>
              <a:rPr lang="es-MX" dirty="0"/>
              <a:t>, </a:t>
            </a:r>
          </a:p>
          <a:p>
            <a:r>
              <a:rPr lang="es-MX" dirty="0"/>
              <a:t>- y cuando vuelve el resultado cambia un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UiState</a:t>
            </a:r>
            <a:r>
              <a:rPr lang="es-MX" dirty="0"/>
              <a:t>. La View está mirando ese </a:t>
            </a:r>
            <a:r>
              <a:rPr lang="es-MX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UiState</a:t>
            </a:r>
            <a:r>
              <a:rPr lang="es-MX" dirty="0"/>
              <a:t> y actualiza la pantalla (por ejemplo, deshabilita el botón o navega al menú).”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B0FAA-27D8-43F5-AE57-D371B9DC4B2C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90877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b="1" dirty="0"/>
              <a:t>Guion:</a:t>
            </a:r>
            <a:r>
              <a:rPr lang="es-MX" dirty="0"/>
              <a:t> “Base sólida; lo importante ya está: autenticación, modelo de mascotas y flujo CRUD.”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6B0FAA-27D8-43F5-AE57-D371B9DC4B2C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3669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1994" y="1122363"/>
            <a:ext cx="6654018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5889" y="3602038"/>
            <a:ext cx="589436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8AD8-0B96-4467-9525-C973D2735595}" type="datetimeFigureOut">
              <a:rPr lang="es-MX" smtClean="0"/>
              <a:t>08/11/2025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0CF8C-7979-4AA0-8A1E-9BEB74EE96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7883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8AD8-0B96-4467-9525-C973D2735595}" type="datetimeFigureOut">
              <a:rPr lang="es-MX" smtClean="0"/>
              <a:t>08/11/2025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0CF8C-7979-4AA0-8A1E-9BEB74EE96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6200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632" y="3291840"/>
            <a:ext cx="6863177" cy="1833343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rgbClr val="31DC83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8632" y="5152172"/>
            <a:ext cx="6863177" cy="939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8AD8-0B96-4467-9525-C973D2735595}" type="datetimeFigureOut">
              <a:rPr lang="es-MX" smtClean="0"/>
              <a:t>08/11/2025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0CF8C-7979-4AA0-8A1E-9BEB74EE96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625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8AD8-0B96-4467-9525-C973D2735595}" type="datetimeFigureOut">
              <a:rPr lang="es-MX" smtClean="0"/>
              <a:t>08/11/2025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0CF8C-7979-4AA0-8A1E-9BEB74EE96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537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8AD8-0B96-4467-9525-C973D2735595}" type="datetimeFigureOut">
              <a:rPr lang="es-MX" smtClean="0"/>
              <a:t>08/11/2025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0CF8C-7979-4AA0-8A1E-9BEB74EE96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404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8AD8-0B96-4467-9525-C973D2735595}" type="datetimeFigureOut">
              <a:rPr lang="es-MX" smtClean="0"/>
              <a:t>08/11/2025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0CF8C-7979-4AA0-8A1E-9BEB74EE96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579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8AD8-0B96-4467-9525-C973D2735595}" type="datetimeFigureOut">
              <a:rPr lang="es-MX" smtClean="0"/>
              <a:t>08/11/2025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0CF8C-7979-4AA0-8A1E-9BEB74EE96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402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8AD8-0B96-4467-9525-C973D2735595}" type="datetimeFigureOut">
              <a:rPr lang="es-MX" smtClean="0"/>
              <a:t>08/11/2025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0CF8C-7979-4AA0-8A1E-9BEB74EE96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393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8AD8-0B96-4467-9525-C973D2735595}" type="datetimeFigureOut">
              <a:rPr lang="es-MX" smtClean="0"/>
              <a:t>08/11/2025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0CF8C-7979-4AA0-8A1E-9BEB74EE968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819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prezentr.com/?utm_source=templates&amp;utm_medium=presentation&amp;utm_campaign=free_downloads_2020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89611"/>
            <a:ext cx="10515600" cy="438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4266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ontserrat" pitchFamily="2" charset="77"/>
                <a:ea typeface="Droid Sans" panose="020B0606030804020204" pitchFamily="34" charset="0"/>
                <a:cs typeface="Futura Medium" panose="020B0602020204020303" pitchFamily="34" charset="-79"/>
              </a:defRPr>
            </a:lvl1pPr>
          </a:lstStyle>
          <a:p>
            <a:fld id="{9B428AD8-0B96-4467-9525-C973D2735595}" type="datetimeFigureOut">
              <a:rPr lang="es-MX" smtClean="0"/>
              <a:t>08/11/2025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61846" y="6356350"/>
            <a:ext cx="45579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ontserrat" pitchFamily="2" charset="77"/>
                <a:ea typeface="Droid Sans" panose="020B0606030804020204" pitchFamily="34" charset="0"/>
                <a:cs typeface="Futura Medium" panose="020B0602020204020303" pitchFamily="34" charset="-79"/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16726" y="6356350"/>
            <a:ext cx="1378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ontserrat" pitchFamily="2" charset="77"/>
                <a:ea typeface="Droid Sans" panose="020B0606030804020204" pitchFamily="34" charset="0"/>
                <a:cs typeface="Futura Medium" panose="020B0602020204020303" pitchFamily="34" charset="-79"/>
              </a:defRPr>
            </a:lvl1pPr>
          </a:lstStyle>
          <a:p>
            <a:fld id="{AB30CF8C-7979-4AA0-8A1E-9BEB74EE9684}" type="slidenum">
              <a:rPr lang="es-MX" smtClean="0"/>
              <a:t>‹Nº›</a:t>
            </a:fld>
            <a:endParaRPr lang="es-MX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10475" y="4914981"/>
            <a:ext cx="896556" cy="3243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16200000">
            <a:off x="-2113768" y="2546065"/>
            <a:ext cx="388867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bs-Latn-BA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Find</a:t>
            </a:r>
            <a:r>
              <a:rPr lang="bs-Latn-BA" sz="1200" baseline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</a:t>
            </a:r>
            <a:r>
              <a:rPr lang="bs-Latn-BA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ore PowerPoint templates</a:t>
            </a:r>
            <a:r>
              <a:rPr lang="bs-Latn-BA" sz="1200" baseline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on </a:t>
            </a:r>
            <a:r>
              <a:rPr lang="bs-Latn-BA" sz="1200" b="1" baseline="0" dirty="0">
                <a:solidFill>
                  <a:schemeClr val="tx1">
                    <a:lumMod val="50000"/>
                    <a:lumOff val="50000"/>
                  </a:schemeClr>
                </a:solidFill>
                <a:hlinkClick r:id="rId13"/>
              </a:rPr>
              <a:t>prezentr.com</a:t>
            </a:r>
            <a:r>
              <a:rPr lang="bs-Latn-BA" sz="1200" baseline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!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82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52D43"/>
          </a:solidFill>
          <a:latin typeface="Montserrat" pitchFamily="2" charset="77"/>
          <a:ea typeface="Droid Sans" panose="020B0606030804020204" pitchFamily="34" charset="0"/>
          <a:cs typeface="FUTURA MEDIUM" panose="020B0602020204020303" pitchFamily="34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4"/>
        </a:buBlip>
        <a:defRPr sz="2800" b="0" i="0" kern="1200">
          <a:solidFill>
            <a:srgbClr val="052D43"/>
          </a:solidFill>
          <a:latin typeface="Montserrat Light" pitchFamily="2" charset="77"/>
          <a:ea typeface="Droid Sans" panose="020B0606030804020204" pitchFamily="34" charset="0"/>
          <a:cs typeface="Futura Medium" panose="020B0602020204020303" pitchFamily="34" charset="-79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2400" b="0" i="0" kern="1200">
          <a:solidFill>
            <a:srgbClr val="052D43"/>
          </a:solidFill>
          <a:latin typeface="Montserrat Light" pitchFamily="2" charset="77"/>
          <a:ea typeface="Droid Sans" panose="020B0606030804020204" pitchFamily="34" charset="0"/>
          <a:cs typeface="Futura Medium" panose="020B0602020204020303" pitchFamily="34" charset="-79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2000" b="0" i="0" kern="1200">
          <a:solidFill>
            <a:srgbClr val="052D43"/>
          </a:solidFill>
          <a:latin typeface="Montserrat Light" pitchFamily="2" charset="77"/>
          <a:ea typeface="Droid Sans" panose="020B0606030804020204" pitchFamily="34" charset="0"/>
          <a:cs typeface="Futura Medium" panose="020B0602020204020303" pitchFamily="34" charset="-79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1800" b="0" i="0" kern="1200">
          <a:solidFill>
            <a:srgbClr val="052D43"/>
          </a:solidFill>
          <a:latin typeface="Montserrat Light" pitchFamily="2" charset="77"/>
          <a:ea typeface="Droid Sans" panose="020B0606030804020204" pitchFamily="34" charset="0"/>
          <a:cs typeface="Futura Medium" panose="020B0602020204020303" pitchFamily="34" charset="-79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4"/>
        </a:buBlip>
        <a:defRPr sz="1800" b="0" i="0" kern="1200">
          <a:solidFill>
            <a:srgbClr val="052D43"/>
          </a:solidFill>
          <a:latin typeface="Montserrat Light" pitchFamily="2" charset="77"/>
          <a:ea typeface="Droid Sans" panose="020B0606030804020204" pitchFamily="34" charset="0"/>
          <a:cs typeface="Futura Medium" panose="020B06020202040203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5C258B9-9288-27DB-E490-4144B4012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439" y="3429000"/>
            <a:ext cx="6990959" cy="1312643"/>
          </a:xfrm>
        </p:spPr>
        <p:txBody>
          <a:bodyPr>
            <a:noAutofit/>
          </a:bodyPr>
          <a:lstStyle/>
          <a:p>
            <a:r>
              <a:rPr lang="es-MX" sz="4400" dirty="0"/>
              <a:t>Petracker – v0.1.0-dev (MVP local, pre-alfa)</a:t>
            </a:r>
            <a:endParaRPr lang="en-US" sz="44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10BAB4D-D68F-3559-AE6F-222B7CAD7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4439" y="5090893"/>
            <a:ext cx="6863177" cy="939140"/>
          </a:xfrm>
        </p:spPr>
        <p:txBody>
          <a:bodyPr>
            <a:normAutofit fontScale="62500" lnSpcReduction="20000"/>
          </a:bodyPr>
          <a:lstStyle/>
          <a:p>
            <a:r>
              <a:rPr lang="es-MX" dirty="0"/>
              <a:t>Registro/</a:t>
            </a:r>
            <a:r>
              <a:rPr lang="es-MX" dirty="0" err="1"/>
              <a:t>Login</a:t>
            </a:r>
            <a:r>
              <a:rPr lang="es-MX" dirty="0"/>
              <a:t> + CRUD de mascotas (Android + </a:t>
            </a:r>
            <a:r>
              <a:rPr lang="es-MX" dirty="0" err="1"/>
              <a:t>FastAPI</a:t>
            </a:r>
            <a:r>
              <a:rPr lang="es-MX" dirty="0"/>
              <a:t> + MongoDB)</a:t>
            </a:r>
          </a:p>
          <a:p>
            <a:endParaRPr lang="es-MX" dirty="0"/>
          </a:p>
          <a:p>
            <a:r>
              <a:rPr lang="en-US" dirty="0"/>
              <a:t>Jorge Pizarro, Bruno Ruiz</a:t>
            </a:r>
          </a:p>
        </p:txBody>
      </p:sp>
    </p:spTree>
    <p:extLst>
      <p:ext uri="{BB962C8B-B14F-4D97-AF65-F5344CB8AC3E}">
        <p14:creationId xmlns:p14="http://schemas.microsoft.com/office/powerpoint/2010/main" val="2437296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101DF-AA12-4847-C902-C3E586720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Problemática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BE555E-E709-C621-5BC2-F89979A20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Muchos dueños trabajan/estudian y a veces olvidan tareas clave. Queremos centralizar: registro de mascotas, historial, pesos, vacunas, recordatorios.</a:t>
            </a:r>
          </a:p>
        </p:txBody>
      </p:sp>
    </p:spTree>
    <p:extLst>
      <p:ext uri="{BB962C8B-B14F-4D97-AF65-F5344CB8AC3E}">
        <p14:creationId xmlns:p14="http://schemas.microsoft.com/office/powerpoint/2010/main" val="28992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8E14D5-82AF-2DC1-8BD1-A523E380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Utilidad social / de negocio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B05013-67F6-A568-5CD4-F81564ADCB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27906"/>
            <a:ext cx="10515600" cy="4387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familias: orden y tranquilidad (menos olvidos).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clínicas/veterinarios (a futuro): historial compartido, adherencia a tratamientos.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el usuario: toda la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cada mascota en un solo lugar.</a:t>
            </a:r>
          </a:p>
        </p:txBody>
      </p:sp>
    </p:spTree>
    <p:extLst>
      <p:ext uri="{BB962C8B-B14F-4D97-AF65-F5344CB8AC3E}">
        <p14:creationId xmlns:p14="http://schemas.microsoft.com/office/powerpoint/2010/main" val="220769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D37EB-6E46-9736-9B13-07370821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Alcance de la versión (¿qué muestra el MVP?)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0AA123-C26A-BA92-CB5B-A63416D1BF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18372"/>
            <a:ext cx="857484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 (MVVM)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Register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Menú, Listado, Crear/Editar/Eliminar mascota.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JWT + Argon2id, CRUD con MongoDB,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swagger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Versión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v0.1.0-dev (pre-alfa, local).</a:t>
            </a:r>
          </a:p>
        </p:txBody>
      </p:sp>
      <p:pic>
        <p:nvPicPr>
          <p:cNvPr id="3074" name="Picture 2" descr="Fastapi Icon icon - Free Download PNG &amp; SVG | Streamline">
            <a:extLst>
              <a:ext uri="{FF2B5EF4-FFF2-40B4-BE49-F238E27FC236}">
                <a16:creationId xmlns:a16="http://schemas.microsoft.com/office/drawing/2014/main" id="{CF41F70F-9D95-4765-3DB9-0FC6F0391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950" y="1027906"/>
            <a:ext cx="313044" cy="313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MongoDB Logo - símbolo, significado logotipo, historia, PNG">
            <a:extLst>
              <a:ext uri="{FF2B5EF4-FFF2-40B4-BE49-F238E27FC236}">
                <a16:creationId xmlns:a16="http://schemas.microsoft.com/office/drawing/2014/main" id="{5001EF1F-DF9A-9A71-BE82-D94DA1017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4105" y="1262892"/>
            <a:ext cx="836733" cy="522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1EB91CCE-D236-FB11-185B-0D1F855A3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4105" y="870978"/>
            <a:ext cx="469972" cy="46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686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85006-EAC2-B118-FFC2-CD02755A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Cómo trabajamos en GitHub</a:t>
            </a:r>
          </a:p>
        </p:txBody>
      </p:sp>
      <p:pic>
        <p:nvPicPr>
          <p:cNvPr id="5" name="Marcador de contenido 4" descr="Forma&#10;&#10;El contenido generado por IA puede ser incorrecto.">
            <a:extLst>
              <a:ext uri="{FF2B5EF4-FFF2-40B4-BE49-F238E27FC236}">
                <a16:creationId xmlns:a16="http://schemas.microsoft.com/office/drawing/2014/main" id="{DE89C3E7-3D3F-4D25-AA69-DDD0D5093B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338" y="117428"/>
            <a:ext cx="1441190" cy="1441190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4E16C2-C7B7-1477-81E0-BCF0B93AEDAF}"/>
              </a:ext>
            </a:extLst>
          </p:cNvPr>
          <p:cNvSpPr txBox="1"/>
          <p:nvPr/>
        </p:nvSpPr>
        <p:spPr>
          <a:xfrm>
            <a:off x="2583928" y="2306216"/>
            <a:ext cx="932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Flujo</a:t>
            </a:r>
            <a:r>
              <a:rPr lang="pt-BR" dirty="0"/>
              <a:t>: ramas cortas feat/*, </a:t>
            </a:r>
            <a:r>
              <a:rPr lang="pt-BR" dirty="0" err="1"/>
              <a:t>fix</a:t>
            </a:r>
            <a:r>
              <a:rPr lang="pt-BR" dirty="0"/>
              <a:t>/* → </a:t>
            </a:r>
            <a:r>
              <a:rPr lang="pt-BR" b="1" dirty="0"/>
              <a:t>PR</a:t>
            </a:r>
            <a:r>
              <a:rPr lang="pt-BR" dirty="0"/>
              <a:t> → </a:t>
            </a:r>
            <a:r>
              <a:rPr lang="pt-BR" b="1" dirty="0"/>
              <a:t>Merge</a:t>
            </a:r>
            <a:r>
              <a:rPr lang="pt-BR" dirty="0"/>
              <a:t>→ borrar rama</a:t>
            </a:r>
            <a:endParaRPr lang="es-MX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3A21292-1665-1B72-23F3-FA2B71959D4C}"/>
              </a:ext>
            </a:extLst>
          </p:cNvPr>
          <p:cNvSpPr txBox="1"/>
          <p:nvPr/>
        </p:nvSpPr>
        <p:spPr>
          <a:xfrm>
            <a:off x="2583928" y="2702592"/>
            <a:ext cx="6257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Tags de versión: </a:t>
            </a:r>
            <a:r>
              <a:rPr lang="es-MX" dirty="0">
                <a:latin typeface="Courier New" panose="02070309020205020404" pitchFamily="49" charset="0"/>
              </a:rPr>
              <a:t>v0.1.0-dev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3F818B8-CDE9-DA04-E7AE-B6573E2F9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1" y="3291077"/>
            <a:ext cx="5822949" cy="254321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3F3E3F2-6FCD-A338-4634-F9063C439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302" y="3291077"/>
            <a:ext cx="5822949" cy="254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5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63F533-14AC-71D8-A7D6-57748B450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260"/>
            <a:ext cx="10515600" cy="1325563"/>
          </a:xfrm>
        </p:spPr>
        <p:txBody>
          <a:bodyPr/>
          <a:lstStyle/>
          <a:p>
            <a:r>
              <a:rPr lang="es-MX" dirty="0"/>
              <a:t>API básica + Mongo ODM</a:t>
            </a:r>
            <a:br>
              <a:rPr lang="es-MX" dirty="0"/>
            </a:br>
            <a:r>
              <a:rPr lang="es-MX" dirty="0"/>
              <a:t>( Breve demostración)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17541F6-F8A0-FFB6-D480-157AB7303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7440"/>
            <a:ext cx="5454071" cy="319446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252DBE4-B9C3-62FD-36F1-B556DD080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650" y="1421634"/>
            <a:ext cx="1970815" cy="456753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A00EC5F-D207-7345-A7EE-3B829CBE5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465" y="1421634"/>
            <a:ext cx="4173135" cy="456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03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3066F-4746-3465-3FAF-D7180D307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Android: librerías clave (Desarrollo)</a:t>
            </a:r>
            <a:br>
              <a:rPr lang="es-MX" dirty="0"/>
            </a:br>
            <a:endParaRPr lang="es-MX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63A066-609D-0843-7FE1-CB850B7B3F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5650" y="786311"/>
            <a:ext cx="10515600" cy="4387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Retrofit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el “cartero” HTTP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Moshi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el “traductor” JSON ↔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Kotlin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OkHttp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logging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la “caja negra” (logs)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ViewModel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Coroutines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estado + trabajo en segundo plano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SharedPreferences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guardamos el token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Material / ViewPager2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UI (slider y estilos)</a:t>
            </a:r>
          </a:p>
        </p:txBody>
      </p:sp>
    </p:spTree>
    <p:extLst>
      <p:ext uri="{BB962C8B-B14F-4D97-AF65-F5344CB8AC3E}">
        <p14:creationId xmlns:p14="http://schemas.microsoft.com/office/powerpoint/2010/main" val="1334078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4E2EB-7702-AF03-D39E-320B268AC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20825"/>
          </a:xfrm>
        </p:spPr>
        <p:txBody>
          <a:bodyPr/>
          <a:lstStyle/>
          <a:p>
            <a:r>
              <a:rPr lang="es-MX" dirty="0"/>
              <a:t>Parte de Android + diapos necesarias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98B24E5-06FF-7B94-53A0-2190E183A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44450" y="0"/>
            <a:ext cx="1676400" cy="6858000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F2ED3755-41AF-954C-EA17-726AF88E119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898650" y="2103299"/>
            <a:ext cx="105156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feature_auth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todo lo de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registro (pantallas + conexión a API).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feature_menu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pantalla principal con slider y navegación.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feature_pets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listar, crear, editar y eliminar mascotas.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cosas comunes de infraestructura (red, guardado de token, estados).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</a:t>
            </a: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s-MX" altLang="es-MX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modelos de datos compartidos (por ejemplo </a:t>
            </a: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Pet</a:t>
            </a:r>
            <a:r>
              <a:rPr kumimoji="0" lang="es-MX" altLang="es-MX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res/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s-MX" altLang="es-MX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layouts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pantalla, textos, colores e íconos.</a:t>
            </a:r>
          </a:p>
        </p:txBody>
      </p:sp>
    </p:spTree>
    <p:extLst>
      <p:ext uri="{BB962C8B-B14F-4D97-AF65-F5344CB8AC3E}">
        <p14:creationId xmlns:p14="http://schemas.microsoft.com/office/powerpoint/2010/main" val="2083469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02589-36AB-F07E-F034-8D98C7198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Nuestro patrón: MVVM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69F4DD6-1E6D-0083-9826-2E1DC0F8E5B0}"/>
              </a:ext>
            </a:extLst>
          </p:cNvPr>
          <p:cNvSpPr/>
          <p:nvPr/>
        </p:nvSpPr>
        <p:spPr>
          <a:xfrm>
            <a:off x="88900" y="2597150"/>
            <a:ext cx="2914650" cy="26656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View</a:t>
            </a:r>
          </a:p>
          <a:p>
            <a:pPr algn="ctr"/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6A038BE-AB59-1E70-2CE7-1021AB081FC9}"/>
              </a:ext>
            </a:extLst>
          </p:cNvPr>
          <p:cNvSpPr/>
          <p:nvPr/>
        </p:nvSpPr>
        <p:spPr>
          <a:xfrm>
            <a:off x="4981575" y="2630524"/>
            <a:ext cx="2914650" cy="26489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ViewModel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DC0A478-084E-31CB-12EF-C0B7626F7E89}"/>
              </a:ext>
            </a:extLst>
          </p:cNvPr>
          <p:cNvSpPr/>
          <p:nvPr/>
        </p:nvSpPr>
        <p:spPr>
          <a:xfrm>
            <a:off x="9493250" y="2630524"/>
            <a:ext cx="2654300" cy="264897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Model</a:t>
            </a:r>
            <a:r>
              <a:rPr lang="es-MX" dirty="0"/>
              <a:t>/Data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7899B856-9F5F-7453-5608-C3AD39ED9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4031711"/>
            <a:ext cx="1371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LoginActivity</a:t>
            </a:r>
            <a:endParaRPr kumimoji="0" lang="es-MX" altLang="es-MX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RegisterActivity</a:t>
            </a:r>
            <a:endParaRPr kumimoji="0" lang="es-MX" altLang="es-MX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MenuActivity</a:t>
            </a:r>
            <a:endParaRPr kumimoji="0" lang="es-MX" altLang="es-MX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PetsListActivity</a:t>
            </a:r>
            <a:endParaRPr kumimoji="0" lang="es-MX" altLang="es-MX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PetCreateActivity</a:t>
            </a:r>
            <a:endParaRPr kumimoji="0" lang="es-MX" altLang="es-MX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PetEditActivity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B66C8D4B-CD08-1CD1-D298-1905AD8FC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3575" y="4339489"/>
            <a:ext cx="13525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LoginViewModel</a:t>
            </a:r>
            <a:endParaRPr kumimoji="0" lang="es-MX" altLang="es-MX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RegisterViewModel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426BE0E8-78C8-8848-F956-83A1FCAC6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3150" y="4185600"/>
            <a:ext cx="21399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AuthRepository</a:t>
            </a:r>
            <a:r>
              <a:rPr kumimoji="0" lang="es-MX" altLang="es-MX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PetsRepository</a:t>
            </a:r>
            <a:endParaRPr kumimoji="0" lang="es-MX" altLang="es-MX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AuthApi</a:t>
            </a:r>
            <a:r>
              <a:rPr kumimoji="0" lang="es-MX" altLang="es-MX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PetsApi</a:t>
            </a:r>
            <a:endParaRPr kumimoji="0" lang="es-MX" altLang="es-MX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Pet</a:t>
            </a:r>
            <a:r>
              <a:rPr kumimoji="0" lang="es-MX" altLang="es-MX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TokenOut</a:t>
            </a:r>
            <a:endParaRPr kumimoji="0" lang="es-MX" altLang="es-MX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RetrofitClient</a:t>
            </a:r>
            <a:r>
              <a:rPr kumimoji="0" lang="es-MX" altLang="es-MX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s-MX" altLang="es-MX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TokenStore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94B13D31-1BCA-B1F9-E9A5-6EE478928B15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944812" y="3955011"/>
            <a:ext cx="203676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DB35346-0010-3126-4591-675BD15E7EF5}"/>
              </a:ext>
            </a:extLst>
          </p:cNvPr>
          <p:cNvSpPr txBox="1"/>
          <p:nvPr/>
        </p:nvSpPr>
        <p:spPr>
          <a:xfrm>
            <a:off x="2944812" y="3722231"/>
            <a:ext cx="209550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700" b="1" dirty="0"/>
              <a:t>“</a:t>
            </a:r>
            <a:r>
              <a:rPr lang="es-MX" sz="700" b="1" dirty="0" err="1"/>
              <a:t>vm.login</a:t>
            </a:r>
            <a:r>
              <a:rPr lang="es-MX" sz="700" b="1" dirty="0"/>
              <a:t>(email, </a:t>
            </a:r>
            <a:r>
              <a:rPr lang="es-MX" sz="700" b="1" dirty="0" err="1"/>
              <a:t>pass</a:t>
            </a:r>
            <a:r>
              <a:rPr lang="es-MX" sz="700" b="1" dirty="0"/>
              <a:t>)” / “</a:t>
            </a:r>
            <a:r>
              <a:rPr lang="es-MX" sz="700" b="1" dirty="0" err="1"/>
              <a:t>vm.register</a:t>
            </a:r>
            <a:r>
              <a:rPr lang="es-MX" sz="700" b="1" dirty="0"/>
              <a:t>(...)”)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8DCBDED-0495-89CA-6A8A-AA0430A5385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896225" y="3955012"/>
            <a:ext cx="15970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0C675C9-7AE9-4AA1-5938-BB7D09674AE7}"/>
              </a:ext>
            </a:extLst>
          </p:cNvPr>
          <p:cNvSpPr txBox="1"/>
          <p:nvPr/>
        </p:nvSpPr>
        <p:spPr>
          <a:xfrm>
            <a:off x="7834312" y="3714537"/>
            <a:ext cx="18954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 b="1" dirty="0"/>
              <a:t>“</a:t>
            </a:r>
            <a:r>
              <a:rPr lang="es-MX" sz="800" b="1" dirty="0" err="1"/>
              <a:t>repo.login</a:t>
            </a:r>
            <a:r>
              <a:rPr lang="es-MX" sz="800" b="1" dirty="0"/>
              <a:t>()”, “</a:t>
            </a:r>
            <a:r>
              <a:rPr lang="es-MX" sz="800" b="1" dirty="0" err="1"/>
              <a:t>repo.getPets</a:t>
            </a:r>
            <a:r>
              <a:rPr lang="es-MX" sz="800" b="1" dirty="0"/>
              <a:t>()”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2730A846-9424-9CBF-9445-03729CD14BF3}"/>
              </a:ext>
            </a:extLst>
          </p:cNvPr>
          <p:cNvCxnSpPr/>
          <p:nvPr/>
        </p:nvCxnSpPr>
        <p:spPr>
          <a:xfrm flipH="1">
            <a:off x="7896225" y="4654550"/>
            <a:ext cx="15970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F19D7E0A-3209-18D1-B432-60197CE44674}"/>
              </a:ext>
            </a:extLst>
          </p:cNvPr>
          <p:cNvSpPr txBox="1"/>
          <p:nvPr/>
        </p:nvSpPr>
        <p:spPr>
          <a:xfrm>
            <a:off x="7955755" y="4439106"/>
            <a:ext cx="16525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800" b="1" dirty="0"/>
              <a:t>“resultado (éxito / error)”</a:t>
            </a:r>
          </a:p>
        </p:txBody>
      </p:sp>
    </p:spTree>
    <p:extLst>
      <p:ext uri="{BB962C8B-B14F-4D97-AF65-F5344CB8AC3E}">
        <p14:creationId xmlns:p14="http://schemas.microsoft.com/office/powerpoint/2010/main" val="3866457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BC7AC9-36D8-441C-7C39-54537EA67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4B1D08-D931-4BDA-B7EE-CB053F877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MVP funcional y listo para iterar</a:t>
            </a:r>
          </a:p>
          <a:p>
            <a:r>
              <a:rPr lang="es-MX" dirty="0"/>
              <a:t>Arquitectura clara (MVVM + API) para crecer</a:t>
            </a:r>
          </a:p>
          <a:p>
            <a:r>
              <a:rPr lang="es-MX" dirty="0"/>
              <a:t>Enfocado en resolver olvidos y centralizar </a:t>
            </a:r>
            <a:r>
              <a:rPr lang="es-MX" dirty="0" err="1"/>
              <a:t>info</a:t>
            </a:r>
            <a:br>
              <a:rPr lang="es-MX" dirty="0"/>
            </a:b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1421684238"/>
      </p:ext>
    </p:extLst>
  </p:cSld>
  <p:clrMapOvr>
    <a:masterClrMapping/>
  </p:clrMapOvr>
</p:sld>
</file>

<file path=ppt/theme/theme1.xml><?xml version="1.0" encoding="utf-8"?>
<a:theme xmlns:a="http://schemas.openxmlformats.org/drawingml/2006/main" name="Android-Updated-PowerPoint-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BCE82AB1-5DCD-6643-B78F-F7BCCD6927CF}" vid="{17F45087-64E2-6A4A-B4B2-FFDE0A38231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Android-Updated-PowerPoint-Template</Template>
  <TotalTime>232</TotalTime>
  <Words>672</Words>
  <Application>Microsoft Office PowerPoint</Application>
  <PresentationFormat>Panorámica</PresentationFormat>
  <Paragraphs>73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Aptos</vt:lpstr>
      <vt:lpstr>Arial</vt:lpstr>
      <vt:lpstr>Arial Unicode MS</vt:lpstr>
      <vt:lpstr>Courier New</vt:lpstr>
      <vt:lpstr>Montserrat</vt:lpstr>
      <vt:lpstr>Montserrat Light</vt:lpstr>
      <vt:lpstr>Trebuchet MS</vt:lpstr>
      <vt:lpstr>Android-Updated-PowerPoint-Template</vt:lpstr>
      <vt:lpstr>Petracker – v0.1.0-dev (MVP local, pre-alfa)</vt:lpstr>
      <vt:lpstr>Problemática</vt:lpstr>
      <vt:lpstr>Utilidad social / de negocio</vt:lpstr>
      <vt:lpstr>Alcance de la versión (¿qué muestra el MVP?)</vt:lpstr>
      <vt:lpstr>Cómo trabajamos en GitHub</vt:lpstr>
      <vt:lpstr>API básica + Mongo ODM ( Breve demostración)</vt:lpstr>
      <vt:lpstr>Android: librerías clave (Desarrollo) </vt:lpstr>
      <vt:lpstr>Parte de Android + diapos necesarias</vt:lpstr>
      <vt:lpstr>Nuestro patrón: MVVM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Ruiz</dc:creator>
  <cp:lastModifiedBy>Bruno Ruiz</cp:lastModifiedBy>
  <cp:revision>6</cp:revision>
  <dcterms:created xsi:type="dcterms:W3CDTF">2025-10-26T17:48:19Z</dcterms:created>
  <dcterms:modified xsi:type="dcterms:W3CDTF">2025-11-08T15:16:47Z</dcterms:modified>
</cp:coreProperties>
</file>